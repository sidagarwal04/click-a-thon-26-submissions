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ingestion paths, one ClickHouse core, three judge-facing interfaces</a:t>
            </a:r>
            <a:endParaRPr lang="en-US" sz="1400" dirty="0"/>
          </a:p>
        </p:txBody>
      </p:sp>
      <p:pic>
        <p:nvPicPr>
          <p:cNvPr id="4" name="Image 0" descr="/home/claude/deck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671" y="1417320"/>
            <a:ext cx="747035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matched to a specific job in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350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Cloud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9748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datastore and compute engine for every table and query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69164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874520"/>
            <a:ext cx="365760" cy="365760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350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Postgres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69748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content metadata, kept separate from the event stream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8745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2350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ClickPipes (CDC)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69748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Zero-ETL sync from Postgres into ClickHouse, automatically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43416" y="169164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26296" y="1874520"/>
            <a:ext cx="365760" cy="365760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21" name="Text 19"/>
          <p:cNvSpPr/>
          <p:nvPr/>
        </p:nvSpPr>
        <p:spPr>
          <a:xfrm>
            <a:off x="922629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44584" y="2350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LibreChat + MCP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44584" y="269748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chat layer over live concurrency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39900" y="370332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22780" y="388620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21227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41068" y="436168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41068" y="470916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every AI agent action for full transparency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1972" y="370332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4852" y="3886200"/>
            <a:ext cx="365760" cy="365760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984852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03140" y="436168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ClickStack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03140" y="470916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into pipeline ingestion and query performance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64044" y="370332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46924" y="388620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7846924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5212" y="436168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UI (AWS EC2)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865212" y="470916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for concurrency, AI chat, and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End-User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Filterable concurrency, AI chat, and pipeline evidence — all live from ClickHouse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" y="1507302"/>
            <a:ext cx="11423599" cy="4894956"/>
          </a:xfrm>
          <a:prstGeom prst="roundRect">
            <a:avLst>
              <a:gd name="adj" fmla="val 1121"/>
            </a:avLst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5" name="Image 0" descr="/home/claude/deck/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0454"/>
            <a:ext cx="11277295" cy="4748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2026-08-02T05:49:16Z</dcterms:created>
  <dcterms:modified xsi:type="dcterms:W3CDTF">2026-08-02T05:49:16Z</dcterms:modified>
</cp:coreProperties>
</file>